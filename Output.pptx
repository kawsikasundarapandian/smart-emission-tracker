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07A9-A62F-0BEA-E295-7D769FC9F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51338-6F32-550D-8728-90E3BBC28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18892-99F2-1839-D92D-5068BDA8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1B53-9A4D-E565-D520-68E38BF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6115-8F2D-ADF9-E964-448B38CE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97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6C54-4ABA-E1CC-18FF-812192F8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EFF0-909D-851D-C905-D8E3A09BF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A093-4A7B-C90D-E8FB-35A156DA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545BC-9CBE-8BED-E31E-5411E1AB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F92B6-8252-7CD5-4B72-2EE401D7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7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6E13-B571-5CF0-28EE-C35D30B1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DF145-B36C-C91D-2A82-5C5D0ADD6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F66E7-C9D3-FEBC-61F4-3FD4BFD7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42E6-A189-3773-7251-2361E604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FE990-F2A4-AADB-CD75-297E4E18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06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EBD4-E6EB-E201-B314-299C443F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65DD-C432-C632-EF61-7FBD288D7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7B92D-9B54-4E9C-CD2D-FE330AE08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7E383-FDE4-DBB3-B352-A0D13555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B86B1-816E-970A-A824-FBDC2781F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9AD94-B80D-A2AC-A1F7-80505660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0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01ED-BC57-2F8C-3E6E-40B10D80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038E2-F3D9-949E-FA59-9CA5119FA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2577A-B28B-D6C8-59F2-1D99ECC6F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9650A-51D6-E504-8C7A-DDC9D366A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FC5B5-C36C-B6D5-6298-D8DA3792F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3FD93-1B38-0FAF-33D3-76BCE4E8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3C873-2925-5522-E480-63A15941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4F144-90EA-7D12-93F5-2AFDCA15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92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8877-D31D-94E0-F7EA-EB03C05F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C1480-5FAC-69D8-5236-1A7A55D9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D7B69-283A-72D9-CD6E-915A3216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BA09B-8727-8039-98CD-B9354A49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3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CA16F-99DF-917C-D07A-61F43837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E00DF-3A54-DC82-571D-BF22812B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28DE-3317-AC34-EC32-DAA15E3D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B761-A728-64AF-3DEB-0EA2488C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0D3DE-9125-A04C-4307-B7648C2CE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6F0B4-0BE1-4324-E521-F113520EB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B6684-F3F0-BAFB-19CA-E05A8A66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D9E89-CEFF-7FC0-9BDA-15FDA5D9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FFA3B-3D2D-ED8E-10AA-21F88012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31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D3B1-6E29-3BA4-446A-9FDA3D6C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67FAE-CDCC-D312-B68B-8A7AD9FC0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FB5C-EC3A-1901-249F-8DC101AD0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B0E0D-998D-D147-B35D-E5C9FA44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6E320-FF88-01F4-B2A2-4D5D7F79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7BE71-E0D3-348B-2D45-F83D8959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32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FC80-5FF5-4976-5A9D-378F89BA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19489-EEF3-6996-C11A-2B32D6A33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58EA2-BBFA-C35C-B90C-0E1F196E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D8E6-F38A-BA9C-1DC6-EBF7C7F2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C409-D334-87C0-16E0-45C47781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6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D0491-EB07-DA9E-0662-997E90B2D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33F9C-CC68-0C07-5CF9-6C9E0221E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D82C7-AE2B-FBE2-1A5B-746E359B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F2F66-3D1E-A3AD-CCB9-018317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84950-6508-39BE-F7BF-A942916F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58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7A4C6-A1A7-521E-F643-4B9E1803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1D0B2-A5A7-41E0-4CEE-634630886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F71A6-1982-E634-700B-0AB802544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DBB90-2030-44C6-837A-AB591F0001E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DA8D3-8A09-5A5C-1D3C-9024DB5B0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07A87-2DE1-5C90-BEB1-7923CF0FB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9C5CA-7CC3-4861-B070-8BA61326B7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2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7428-761D-DC5B-5E19-C8F275A6C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BD2CD-C46D-5236-9EE2-9E6E02738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163F7-796B-67A1-C187-6A25856EA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1" y="250913"/>
            <a:ext cx="10684933" cy="597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8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50B594-2925-7A9F-0181-733B22C77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150"/>
            <a:ext cx="12192000" cy="6653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582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C44C9-009B-EF71-F23E-4EA22012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672"/>
            <a:ext cx="12192000" cy="651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48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A0B7-9769-CD69-C2FD-E5FAD6FF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95CDA-5BD6-EDC0-D743-66E27588D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15319A-41C3-0988-1CC4-F65256148D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05" y="298220"/>
            <a:ext cx="4792662" cy="509504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89BD2-FC10-1EB3-B1F0-61ED8F70A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ED1E3A4-F627-2BD8-942B-3BCDBE2CE8D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467" y="298221"/>
            <a:ext cx="6553728" cy="528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9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S</dc:creator>
  <cp:lastModifiedBy>santhosh S</cp:lastModifiedBy>
  <cp:revision>1</cp:revision>
  <dcterms:created xsi:type="dcterms:W3CDTF">2026-02-14T14:32:17Z</dcterms:created>
  <dcterms:modified xsi:type="dcterms:W3CDTF">2026-02-14T14:32:48Z</dcterms:modified>
</cp:coreProperties>
</file>